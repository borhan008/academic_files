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0D20-8B07-5BC8-34E7-F16FD9C89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A524A-25DC-CD0C-A0C4-F4CDAE110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87C3A-632D-2C07-064A-510AB26F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580-1215-421F-8780-3439C4350BD6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0E06E-E590-4F66-4765-B0F7E174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5A6F6-4908-2EC2-76B4-2038BC9F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7FC9-5AE1-44F5-A8B5-BAA7B82F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50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45AD-12FB-99E9-0752-443E759F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D1C53-403B-63BC-F335-1766E1FA6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7EF29-7EBA-B785-9A7B-3230CE85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580-1215-421F-8780-3439C4350BD6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67561-17AB-A9B6-F24A-515B7D2C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F9F72-ADB5-5DC0-8EC3-F7DA15243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7FC9-5AE1-44F5-A8B5-BAA7B82F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2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59C8F-DA5D-11B8-16AC-1557C72A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22DBA-725A-AFB8-F795-304B5AE90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9980E-8046-5985-BA19-575029DF6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580-1215-421F-8780-3439C4350BD6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2FEDF-9F2D-B9D8-3AA2-8A3BF8C75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951D7-F7DF-455D-7D4D-BE7BAFFAB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7FC9-5AE1-44F5-A8B5-BAA7B82F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6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B352C-A0BE-807E-5884-94D918C8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C7FC1-EC52-D527-2785-B3502D1D0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63315-3514-5651-77F1-E0D8DBFC1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57376-E7F9-913E-D430-255616F0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580-1215-421F-8780-3439C4350BD6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DAA6A-3113-5566-BA08-8C48D1D1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CA023-3998-4055-B9F7-F89A3EDD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7FC9-5AE1-44F5-A8B5-BAA7B82F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3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80774-9B7A-089D-D45E-8F8B10D46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247CC-B854-9586-BAA5-BA2767DDA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49FF9-E736-35AC-5D83-D5B91645B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4CCBF-5B4C-E4CE-33C8-7E70749A0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1E54D1-A9B6-2DFF-173C-5FC62AB094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67579-0AAA-5420-2C59-815E7294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580-1215-421F-8780-3439C4350BD6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9FC75B-E398-EB33-6836-8784A00E9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BF0CE-2200-01BC-7DF4-470D66AE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7FC9-5AE1-44F5-A8B5-BAA7B82F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5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20F4-1857-4ED5-06DB-351C1BF6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335A2-9420-3AF7-5422-E18E492A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580-1215-421F-8780-3439C4350BD6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3D1B0-2BC3-5320-03CA-6D75F6675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9AF3-920B-7F41-3BDA-592798E5D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7FC9-5AE1-44F5-A8B5-BAA7B82F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4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A59518-D904-6503-7F72-8747A709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580-1215-421F-8780-3439C4350BD6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CF5D9E-0404-1F29-7A1C-ECFB817CF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4EC25-7BC9-06F7-8216-F11011ED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7FC9-5AE1-44F5-A8B5-BAA7B82F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84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4290-28D5-25DC-3D53-750D344B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92B54-EEE9-E3E0-792F-940172FD9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101B1-FD57-2F0A-1D8B-46548FFFE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C574A-BCD9-A1D9-24E1-85A5CD8D8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580-1215-421F-8780-3439C4350BD6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C28AF-E2B6-4C43-ABEC-89951F797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DBCB2-5681-6350-53AA-BA4163EC1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7FC9-5AE1-44F5-A8B5-BAA7B82F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1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854A-0FCD-33BD-1AC9-05D6E63E4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A3B9B9-A94B-24D7-6429-DA4374EB17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B9AA3-7488-BDCA-226C-14F64CE0A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33FC0-4DA5-21B3-8221-2B3467A70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580-1215-421F-8780-3439C4350BD6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C706B-010A-B04B-5B61-39EB86B7D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90D23-48A1-863A-5D6A-3D38F017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7FC9-5AE1-44F5-A8B5-BAA7B82F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35C9-4B4D-552A-AA3B-D8CADE2F3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323E8-6BD7-BB6E-8D77-97E74900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2C9DA-EE53-B600-DCD9-A648D143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580-1215-421F-8780-3439C4350BD6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FA53-9F84-91D7-5050-C80010D8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8E17-2206-7106-44F2-8D05B446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7FC9-5AE1-44F5-A8B5-BAA7B82F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3428D4-D570-139A-05EC-6B976B1AC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D9275-4032-AF1A-89B9-1A49B3D41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07F6-C533-3F84-F9C2-5B678CF44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580-1215-421F-8780-3439C4350BD6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08952-66A0-8603-F5EE-F9DA91E0B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82EAC-B5F3-3884-1E12-7F6B800D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7FC9-5AE1-44F5-A8B5-BAA7B82F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1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A9B0D7-0ACD-0196-5828-9055797B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7930A-A3B7-D253-6D9F-497762D56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2593F-D60C-CEC1-E54C-536918AE0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5B580-1215-421F-8780-3439C4350BD6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B3D90-DD93-6918-D252-8D04C95C7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A94F6-6CDA-80A3-C267-9F5FDBE5E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C7FC9-5AE1-44F5-A8B5-BAA7B82FF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62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Lecture%203%20-%20Decision%20Tree%20(Supplement%201)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1E53-CBCE-08C1-E04D-43146617B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Decision Tree classifier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978C1-AD7E-B5A6-BFAF-F557115CCD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Iftekhar Mahmud Towhid</a:t>
            </a:r>
          </a:p>
        </p:txBody>
      </p:sp>
    </p:spTree>
    <p:extLst>
      <p:ext uri="{BB962C8B-B14F-4D97-AF65-F5344CB8AC3E}">
        <p14:creationId xmlns:p14="http://schemas.microsoft.com/office/powerpoint/2010/main" val="32492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20AFD-B09E-0FAF-79B7-69453CE4F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33347-18BD-1D65-A072-C18623115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working on this topic.</a:t>
            </a:r>
          </a:p>
          <a:p>
            <a:r>
              <a:rPr lang="en-US" dirty="0"/>
              <a:t>In the meantime, use </a:t>
            </a:r>
            <a:r>
              <a:rPr lang="en-US" dirty="0">
                <a:hlinkClick r:id="rId2" action="ppaction://hlinkfile"/>
              </a:rPr>
              <a:t>this</a:t>
            </a:r>
            <a:r>
              <a:rPr lang="en-US" dirty="0"/>
              <a:t> excellent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18841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2648E-C1B4-BA76-F2D3-45319E08D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338782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entury Schoolbook"/>
        <a:ea typeface=""/>
        <a:cs typeface=""/>
      </a:majorFont>
      <a:minorFont>
        <a:latin typeface="Century School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Century Schoolbook</vt:lpstr>
      <vt:lpstr>Office Theme</vt:lpstr>
      <vt:lpstr>Decision Tree classifier</vt:lpstr>
      <vt:lpstr>Hello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Iftekhar Mahmud Towhid</dc:creator>
  <cp:lastModifiedBy>Iftekhar Mahmud Towhid</cp:lastModifiedBy>
  <cp:revision>6</cp:revision>
  <dcterms:created xsi:type="dcterms:W3CDTF">2024-10-15T07:22:04Z</dcterms:created>
  <dcterms:modified xsi:type="dcterms:W3CDTF">2024-10-15T07:26:14Z</dcterms:modified>
</cp:coreProperties>
</file>