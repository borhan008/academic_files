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8" r:id="rId3"/>
    <p:sldId id="257" r:id="rId4"/>
    <p:sldId id="339" r:id="rId5"/>
    <p:sldId id="307" r:id="rId6"/>
    <p:sldId id="304" r:id="rId7"/>
    <p:sldId id="259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154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CEBDB6-645E-47E6-ACC6-B17C7013CA1B}" type="datetimeFigureOut">
              <a:rPr lang="en-US" smtClean="0"/>
              <a:t>10/15/2024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516E2F-1184-4A02-8713-A9567BD47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45103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1D2CA64C-6A3F-B88F-5CFA-090A97A20C9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0CB90B4-573A-4330-B776-4C3D11318AFD}" type="slidenum">
              <a:rPr lang="en-US" altLang="en-US"/>
              <a:pPr/>
              <a:t>5</a:t>
            </a:fld>
            <a:endParaRPr lang="en-US" altLang="en-US"/>
          </a:p>
        </p:txBody>
      </p:sp>
      <p:sp>
        <p:nvSpPr>
          <p:cNvPr id="122882" name="Rectangle 2">
            <a:extLst>
              <a:ext uri="{FF2B5EF4-FFF2-40B4-BE49-F238E27FC236}">
                <a16:creationId xmlns:a16="http://schemas.microsoft.com/office/drawing/2014/main" id="{0AA64F4D-B621-4ABF-42F6-8F919C44C0BC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883" name="Rectangle 3">
            <a:extLst>
              <a:ext uri="{FF2B5EF4-FFF2-40B4-BE49-F238E27FC236}">
                <a16:creationId xmlns:a16="http://schemas.microsoft.com/office/drawing/2014/main" id="{4DB768CC-5B5E-D364-4EA7-E8BCBC50FBC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E3EE64-5AD7-EF38-87B2-AB0157A700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F1B6BF-356C-ECF6-247D-BB05A8193A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0CD994-0CDE-B5B1-47DB-AB91D94AB8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C0F879-A12E-4BAE-BA31-BABA13F7EE9E}" type="datetimeFigureOut">
              <a:rPr lang="en-US" smtClean="0"/>
              <a:t>10/15/2024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E3712E-82BA-7E16-2055-9DFA0E350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B7A3EE-F8ED-BFF4-5720-AC7FD4A31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0B87F-3A79-4C46-9A0C-FA68DF283C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2063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48CBCD-9769-51D6-A201-E363D7A7F3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7FD057-3637-28F7-D950-BC728D7858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6423F0-64F3-2139-EE93-3F5B4D221E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C0F879-A12E-4BAE-BA31-BABA13F7EE9E}" type="datetimeFigureOut">
              <a:rPr lang="en-US" smtClean="0"/>
              <a:t>10/15/2024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EE57FE-2D86-2D65-DD4C-A7A02EFBDF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9358DE-92A7-C510-251F-F0503BDC5E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0B87F-3A79-4C46-9A0C-FA68DF283C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07752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E0F0BB-7E33-38DE-BAB7-EC07E97935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B42B47-0059-A847-AE5C-69926AD960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7FAF7C-2284-32FA-045F-AF3B16159E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C0F879-A12E-4BAE-BA31-BABA13F7EE9E}" type="datetimeFigureOut">
              <a:rPr lang="en-US" smtClean="0"/>
              <a:t>10/15/2024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BB8793-A1BC-8784-16DE-0201EBF79D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3EE6D2-5C7C-01A4-1BE9-DE41839BC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0B87F-3A79-4C46-9A0C-FA68DF283C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73536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BC9858-C4D8-E914-8B49-BD0BC98E96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BFAB2C-6169-ACA3-322C-ED9FB2118B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71F242-7FFD-A89C-4594-02BAFEF119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457E0D-C40F-BBCC-6688-360B3362DE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C0F879-A12E-4BAE-BA31-BABA13F7EE9E}" type="datetimeFigureOut">
              <a:rPr lang="en-US" smtClean="0"/>
              <a:t>10/15/2024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89524D-D7B4-C13B-F890-05041C5673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E9951C-5275-A00E-D040-02370277E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0B87F-3A79-4C46-9A0C-FA68DF283C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06451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7BB67A-40A0-8A92-3967-5A3EE9C1C4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6BE0ED-6394-799C-45FB-BB6ECB9D7F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8FDD26-6132-5D87-3004-F71F5B5E83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C644D13-56B1-D684-4C31-2607D99223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3988F87-299C-E757-88B8-A7EFF45DA22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4DD7CB3-3ABA-84AD-CFDE-CDC6D207D1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C0F879-A12E-4BAE-BA31-BABA13F7EE9E}" type="datetimeFigureOut">
              <a:rPr lang="en-US" smtClean="0"/>
              <a:t>10/15/2024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9E8B1C5-2CAC-2652-384A-7BF4E230B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D222CF-6D3C-483E-2EFB-F08CFB38D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0B87F-3A79-4C46-9A0C-FA68DF283C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2326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7E1243-286E-B029-9238-6F5CC8CA6B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8DF4BD1-BD63-DE12-F21F-D3609B8AB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C0F879-A12E-4BAE-BA31-BABA13F7EE9E}" type="datetimeFigureOut">
              <a:rPr lang="en-US" smtClean="0"/>
              <a:t>10/15/2024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FE1F319-ED6A-9906-79AF-31ABCBDFBD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B1833D-BC9A-CAE5-3A2B-9E74B2EE3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0B87F-3A79-4C46-9A0C-FA68DF283C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7856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D127A58-11BB-AE11-9455-A334DE388A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C0F879-A12E-4BAE-BA31-BABA13F7EE9E}" type="datetimeFigureOut">
              <a:rPr lang="en-US" smtClean="0"/>
              <a:t>10/15/2024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767AE3-5516-D1D2-36EB-FF86B86D4A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462EA9-8DC2-4B8C-CE9D-DDC99D168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0B87F-3A79-4C46-9A0C-FA68DF283C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26621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BE887C-A65A-C875-40ED-D5E43C64B5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9D1786-8760-D48F-C5C0-A56525493B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2A1314-1D57-29E8-C667-2002A92774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C2AC61-41F4-5533-0899-5440BAF8EC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C0F879-A12E-4BAE-BA31-BABA13F7EE9E}" type="datetimeFigureOut">
              <a:rPr lang="en-US" smtClean="0"/>
              <a:t>10/15/2024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A54181-D5AE-96E2-32FC-63109337CE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670F02-9142-2191-1A07-5CB3565A4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0B87F-3A79-4C46-9A0C-FA68DF283C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94138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384A88-7A5B-090E-F5F7-97D350FFF8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472D967-E53A-307E-9372-498F011560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BB4905-CDD2-F3E8-160A-C66631376F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CAC50C-647F-76C0-0E16-BF95E18B68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C0F879-A12E-4BAE-BA31-BABA13F7EE9E}" type="datetimeFigureOut">
              <a:rPr lang="en-US" smtClean="0"/>
              <a:t>10/15/2024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59DC61-1874-0AC3-49C8-F1965C87BB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62A446-BACF-94E6-99C5-19F963DAC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0B87F-3A79-4C46-9A0C-FA68DF283C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2114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B31276-D85B-69AD-66FF-5E3C3C29C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429745-EAF2-11A0-484F-7771301B7A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2AF9E5-18E2-AC46-A214-22DBB2258C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C0F879-A12E-4BAE-BA31-BABA13F7EE9E}" type="datetimeFigureOut">
              <a:rPr lang="en-US" smtClean="0"/>
              <a:t>10/15/2024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D8D02F-F493-6F12-6D4F-37BD2782B7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64424E-EA12-CA9E-BA25-8470BA7A3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0B87F-3A79-4C46-9A0C-FA68DF283C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68088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BB1061A-461E-2978-CC4B-CDCC8D1116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44D320-0B38-1ECA-EE3D-B55F72CB32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D65648-9CE1-0B68-13CE-EB37561A0C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C0F879-A12E-4BAE-BA31-BABA13F7EE9E}" type="datetimeFigureOut">
              <a:rPr lang="en-US" smtClean="0"/>
              <a:t>10/15/2024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659D3D-008C-E030-9CD8-EF71519F9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BAC450-836C-EC7F-6EC7-41387AD1E4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0B87F-3A79-4C46-9A0C-FA68DF283C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66648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4A9141-8E0A-85C7-205A-2E98A3D654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D3D948-FDAB-701B-4AE9-56F7BAD4BD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B588F1-25D7-95CC-2F0F-73C7D4403D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0C0F879-A12E-4BAE-BA31-BABA13F7EE9E}" type="datetimeFigureOut">
              <a:rPr lang="en-US" smtClean="0"/>
              <a:t>10/15/2024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842B40-8284-FBE1-6371-45E3E896FB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922ECE-C728-D197-6232-0AF8BAF710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80B87F-3A79-4C46-9A0C-FA68DF283C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62230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8031F-7AB3-3D7E-C601-6F5D7F2A3EC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Optimization Problems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279064-969D-4D75-4F52-EEF82D7481D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Iftekhar Mahmud Towhid</a:t>
            </a:r>
          </a:p>
        </p:txBody>
      </p:sp>
    </p:spTree>
    <p:extLst>
      <p:ext uri="{BB962C8B-B14F-4D97-AF65-F5344CB8AC3E}">
        <p14:creationId xmlns:p14="http://schemas.microsoft.com/office/powerpoint/2010/main" val="38856467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CC0599-456F-99B6-385E-5447641C93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Definition of Optimization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D2C5FC-2564-3727-0650-311B917EC6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Optimization is a computational problem whose object is to find the best from all feasible solutions.</a:t>
            </a:r>
          </a:p>
          <a:p>
            <a:r>
              <a:rPr lang="en-GB" dirty="0"/>
              <a:t>In optimization problems we search for the best solution, or one good enough, to a problem among a lot of alternatives.</a:t>
            </a:r>
          </a:p>
          <a:p>
            <a:r>
              <a:rPr lang="en-GB" dirty="0"/>
              <a:t>It is the process of finding the best values for the variables of a particular problem to minimize or maximize an objective function.</a:t>
            </a:r>
          </a:p>
          <a:p>
            <a:r>
              <a:rPr lang="en-GB" dirty="0"/>
              <a:t>The objective function is defined as the real valued function that describes the goal of the (linear programming) problem. It is a real-valued function whose value is to be either minimized or maximized subject to the constraints.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35083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11FDDB-8B42-79DA-7CDB-636085636C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Optimization problems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0972CC-1112-5762-B850-EC61FDAB4A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Many real-world problems involve maximizing or minimizing a value:</a:t>
            </a:r>
          </a:p>
          <a:p>
            <a:pPr lvl="1"/>
            <a:r>
              <a:rPr lang="en-GB" dirty="0"/>
              <a:t>How can a car manufacturer get the most parts out of a piece of sheet metal?</a:t>
            </a:r>
          </a:p>
          <a:p>
            <a:pPr lvl="1"/>
            <a:r>
              <a:rPr lang="en-GB" dirty="0"/>
              <a:t>How can a moving company fit the most furniture into a truck of a certain size?</a:t>
            </a:r>
          </a:p>
          <a:p>
            <a:pPr lvl="1"/>
            <a:r>
              <a:rPr lang="en-GB" dirty="0"/>
              <a:t>How can the phone company route calls to get the best use of its lines and connections?</a:t>
            </a:r>
          </a:p>
          <a:p>
            <a:pPr lvl="1"/>
            <a:r>
              <a:rPr lang="en-GB" dirty="0"/>
              <a:t>How can a university schedule its classes to make the best use of classrooms without conflicts?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90901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Rectangle 2">
            <a:extLst>
              <a:ext uri="{FF2B5EF4-FFF2-40B4-BE49-F238E27FC236}">
                <a16:creationId xmlns:a16="http://schemas.microsoft.com/office/drawing/2014/main" id="{58FC8122-7DFD-024F-E947-D2B1078343F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altLang="en-US"/>
              <a:t>Optimal vs. Approximate Solutions</a:t>
            </a:r>
          </a:p>
        </p:txBody>
      </p:sp>
      <p:sp>
        <p:nvSpPr>
          <p:cNvPr id="157699" name="Rectangle 3">
            <a:extLst>
              <a:ext uri="{FF2B5EF4-FFF2-40B4-BE49-F238E27FC236}">
                <a16:creationId xmlns:a16="http://schemas.microsoft.com/office/drawing/2014/main" id="{F36C6FAD-CE8C-6D6A-90BF-D129A731312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US" altLang="en-US" dirty="0"/>
              <a:t>Often, we can make a choice:</a:t>
            </a:r>
          </a:p>
          <a:p>
            <a:endParaRPr lang="en-US" altLang="en-US" dirty="0"/>
          </a:p>
          <a:p>
            <a:pPr lvl="1"/>
            <a:r>
              <a:rPr lang="en-US" altLang="en-US" dirty="0"/>
              <a:t>Do we want the guaranteed optimal solution to the problem, even though it might take a lot of work/time to find?</a:t>
            </a:r>
          </a:p>
          <a:p>
            <a:pPr lvl="1"/>
            <a:endParaRPr lang="en-US" altLang="en-US" dirty="0"/>
          </a:p>
          <a:p>
            <a:pPr lvl="1"/>
            <a:r>
              <a:rPr lang="en-US" altLang="en-US" dirty="0"/>
              <a:t>Do we want to spend less time/work and find an approximate solution (near optimal)?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>
            <a:extLst>
              <a:ext uri="{FF2B5EF4-FFF2-40B4-BE49-F238E27FC236}">
                <a16:creationId xmlns:a16="http://schemas.microsoft.com/office/drawing/2014/main" id="{D12E2C63-34CA-D3F9-484D-C11F7DD56ADA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ctr"/>
          <a:lstStyle/>
          <a:p>
            <a:r>
              <a:rPr lang="en-US" altLang="en-US"/>
              <a:t>Approximate Solutions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F7ACA0-5A59-34AD-8008-6A8B712EA32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6" name="Rectangle 8">
            <a:extLst>
              <a:ext uri="{FF2B5EF4-FFF2-40B4-BE49-F238E27FC236}">
                <a16:creationId xmlns:a16="http://schemas.microsoft.com/office/drawing/2014/main" id="{D02D6B9F-CB55-27F0-A0D2-A930502FFAA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altLang="en-US"/>
              <a:t>Greedy Algorithms</a:t>
            </a:r>
          </a:p>
        </p:txBody>
      </p:sp>
      <p:sp>
        <p:nvSpPr>
          <p:cNvPr id="83977" name="Rectangle 9">
            <a:extLst>
              <a:ext uri="{FF2B5EF4-FFF2-40B4-BE49-F238E27FC236}">
                <a16:creationId xmlns:a16="http://schemas.microsoft.com/office/drawing/2014/main" id="{0E40B95E-7EE7-86AB-A028-33804E060FE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altLang="en-US"/>
              <a:t>Approximates optimal solution</a:t>
            </a:r>
          </a:p>
          <a:p>
            <a:r>
              <a:rPr lang="en-US" altLang="en-US"/>
              <a:t>May or may not find optimal solution</a:t>
            </a:r>
          </a:p>
          <a:p>
            <a:r>
              <a:rPr lang="en-US" altLang="en-US"/>
              <a:t>Provides “quick and dirty” estimates</a:t>
            </a:r>
          </a:p>
          <a:p>
            <a:r>
              <a:rPr lang="en-US" altLang="en-US"/>
              <a:t>A greedy algorithm makes a series of “short-sighted” decisions and does not “look ahead”</a:t>
            </a:r>
          </a:p>
          <a:p>
            <a:r>
              <a:rPr lang="en-US" altLang="en-US"/>
              <a:t>Spends less time</a:t>
            </a:r>
          </a:p>
        </p:txBody>
      </p:sp>
      <p:sp>
        <p:nvSpPr>
          <p:cNvPr id="83971" name="Rectangle 3">
            <a:extLst>
              <a:ext uri="{FF2B5EF4-FFF2-40B4-BE49-F238E27FC236}">
                <a16:creationId xmlns:a16="http://schemas.microsoft.com/office/drawing/2014/main" id="{01957443-32B6-1732-A5BE-A06B02AC4A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49576" y="2403475"/>
            <a:ext cx="186013" cy="3699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endParaRPr lang="en-US" altLang="en-US"/>
          </a:p>
        </p:txBody>
      </p:sp>
      <p:sp>
        <p:nvSpPr>
          <p:cNvPr id="83973" name="Rectangle 5">
            <a:extLst>
              <a:ext uri="{FF2B5EF4-FFF2-40B4-BE49-F238E27FC236}">
                <a16:creationId xmlns:a16="http://schemas.microsoft.com/office/drawing/2014/main" id="{DAC4BE6D-86DC-154A-ECFF-F47298CC73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9989" y="3490913"/>
            <a:ext cx="7578725" cy="3699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endParaRPr lang="en-US" altLang="en-US"/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3F3D3E48-BA46-7A4A-0B16-748DF4BC6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6CEB8138-8028-6CCF-D786-640990841B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Work in progress</a:t>
            </a:r>
          </a:p>
          <a:p>
            <a:r>
              <a:rPr lang="en-US" dirty="0"/>
              <a:t>This presentation is </a:t>
            </a:r>
            <a:r>
              <a:rPr lang="en-US"/>
              <a:t>not completed yet.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55512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Custom 1">
      <a:majorFont>
        <a:latin typeface="Century Schoolbook"/>
        <a:ea typeface=""/>
        <a:cs typeface=""/>
      </a:majorFont>
      <a:minorFont>
        <a:latin typeface="Century School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304</Words>
  <Application>Microsoft Office PowerPoint</Application>
  <PresentationFormat>Widescreen</PresentationFormat>
  <Paragraphs>29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Arial</vt:lpstr>
      <vt:lpstr>Century Schoolbook</vt:lpstr>
      <vt:lpstr>Office Theme</vt:lpstr>
      <vt:lpstr>Optimization Problems</vt:lpstr>
      <vt:lpstr>Definition of Optimization</vt:lpstr>
      <vt:lpstr>Optimization problems</vt:lpstr>
      <vt:lpstr>Optimal vs. Approximate Solutions</vt:lpstr>
      <vt:lpstr>Approximate Solutions</vt:lpstr>
      <vt:lpstr>Greedy Algorithms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Iftekhar Mahmud Towhid</dc:creator>
  <cp:lastModifiedBy>Iftekhar Mahmud Towhid</cp:lastModifiedBy>
  <cp:revision>12</cp:revision>
  <dcterms:created xsi:type="dcterms:W3CDTF">2024-10-15T15:53:17Z</dcterms:created>
  <dcterms:modified xsi:type="dcterms:W3CDTF">2024-10-15T16:08:34Z</dcterms:modified>
</cp:coreProperties>
</file>